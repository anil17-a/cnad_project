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75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5F904-3F1F-4281-A9E1-C2FB746B8BF7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D6EA9-74F4-419E-9686-C1380811218E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6D309-B4D5-4527-B36F-A10579509D53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5E381-5B31-4AF8-B2D5-825A2871D21A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F223-DE04-43B3-A1CA-82C024222846}" type="datetime1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C939F-6452-40B3-8B30-A5C8AB6A0DFC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3805D-913B-4F6D-902C-E5136FBF0E0C}" type="datetime1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5B214-4124-49D8-A24E-DBA27A6445C3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956CC-F7C8-47FB-89A1-FBAE32B2A8EB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10B40-B78B-4C4B-BDCF-3CB98651AC41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C7294-1103-4E07-87C3-AC60860F3AE3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91251-3688-4348-9E3A-30E567D55C4D}" type="datetime1">
              <a:rPr lang="en-US" smtClean="0"/>
              <a:t>8/29/2026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DBFDF-CDE2-40CB-8FA4-3CBB1CF54A9D}" type="datetime1">
              <a:rPr lang="en-US" smtClean="0"/>
              <a:t>8/29/2026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77594-F345-470B-9851-AAB51F8A07D1}" type="datetime1">
              <a:rPr lang="en-US" smtClean="0"/>
              <a:t>8/29/2026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4D82-1E80-4D9B-9F48-1603FF32D29B}" type="datetime1">
              <a:rPr lang="en-US" smtClean="0"/>
              <a:t>8/29/2026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91D6D-4517-4318-8E63-BA647FC73676}" type="datetime1">
              <a:rPr lang="en-US" smtClean="0"/>
              <a:t>8/29/2026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8BE11-45C9-4A33-91D6-F834346F8230}" type="datetime1">
              <a:rPr lang="en-US" smtClean="0"/>
              <a:t>8/29/2026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F475-35D2-4DB4-B393-F0CB7E443F34}" type="datetime1">
              <a:rPr lang="en-US" smtClean="0"/>
              <a:t>8/29/2026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F7173-3C06-4909-B7DB-53FA6C1C449E}" type="datetime1">
              <a:rPr lang="en-US" smtClean="0"/>
              <a:t>8/29/2026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6B61D-E795-4B3F-91F2-8D80F4704BCD}" type="datetime1">
              <a:rPr lang="en-US" smtClean="0"/>
              <a:t>8/29/2026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192F9-85A8-474E-9101-6E509395F1D7}" type="datetime1">
              <a:rPr lang="en-US" smtClean="0"/>
              <a:t>8/29/2026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A09B4-E520-4CE3-B3CD-968466114F87}" type="datetime1">
              <a:rPr lang="en-US" smtClean="0"/>
              <a:t>8/29/2026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1BE44B-A080-444E-B2F8-66835D348D22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AF9358-0389-4EC9-8C09-403CD6E20950}" type="datetime1">
              <a:rPr lang="en-US" smtClean="0"/>
              <a:t>8/29/2026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CNAD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Mention Date&amp; Time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647741"/>
              </p:ext>
            </p:extLst>
          </p:nvPr>
        </p:nvGraphicFramePr>
        <p:xfrm>
          <a:off x="8193271" y="4898509"/>
          <a:ext cx="3702050" cy="1493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12421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M. Bhargav  -</a:t>
                      </a:r>
                      <a:r>
                        <a:rPr lang="en-IN" sz="14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2420030124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N. Girish      -</a:t>
                      </a:r>
                      <a:r>
                        <a:rPr lang="en-IN" sz="14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2420030125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A. Anil         -</a:t>
                      </a:r>
                      <a:r>
                        <a:rPr lang="en-IN" sz="14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2420030130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/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469053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Ms.V.Vinisha</a:t>
                      </a:r>
                      <a:r>
                        <a:rPr lang="en-US" sz="1400" b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CSE,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CNAD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505065" y="975485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AI-Assisted Disaster Response &amp; Emergency Coordination Platform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638175" y="2199745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CNAD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CNAD Project Review-1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3DF040-570B-E40C-28DD-48ACF4776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450DC-5C76-3221-3705-A7713237D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3</a:t>
            </a:fld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CB58DBC-97DD-CAE2-6032-D8BF2561F46C}"/>
              </a:ext>
            </a:extLst>
          </p:cNvPr>
          <p:cNvSpPr/>
          <p:nvPr/>
        </p:nvSpPr>
        <p:spPr>
          <a:xfrm>
            <a:off x="3834920" y="136525"/>
            <a:ext cx="4105120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20" name="Content Placeholder"/>
          <p:cNvSpPr txBox="1"/>
          <p:nvPr/>
        </p:nvSpPr>
        <p:spPr>
          <a:xfrm>
            <a:off x="685800" y="1150000"/>
            <a:ext cx="10820400" cy="51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disasters (floods, earthquakes, fires), response teams face delayed and fragmented coordination across government agencies, NGOs, and volunteers.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information is scattered across satellite imagery, IoT/sensor feeds, and social media, making it hard to form a real-time picture of the situation.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assessment and communication slow down decision-making, delaying rescue operations and resource dispatch when every minute matters.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unified, AI-driven platform that fuses multi-source data to prioritize rescue efforts and allocate resources efficiently.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4FD4BC-7EB9-607E-38E4-8C64E6E11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C535C-1312-10F3-FBDA-B7001433D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4</a:t>
            </a:fld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ADE4BBA-6735-AAC4-BA57-E76FE3B3CF7A}"/>
              </a:ext>
            </a:extLst>
          </p:cNvPr>
          <p:cNvSpPr/>
          <p:nvPr/>
        </p:nvSpPr>
        <p:spPr>
          <a:xfrm>
            <a:off x="3845080" y="122680"/>
            <a:ext cx="4105120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20" name="Content Placeholder"/>
          <p:cNvSpPr txBox="1"/>
          <p:nvPr/>
        </p:nvSpPr>
        <p:spPr>
          <a:xfrm>
            <a:off x="685800" y="1150000"/>
            <a:ext cx="10820400" cy="51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centralized, AI-assisted platform that coordinates disaster response across government agencies, NGOs, volunteers, and affected citizens.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NLP and computer vision to extract actionable information in real time from social media, satellite imagery, and sensor/IoT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predictive analytics to identify risk hotspots and forecast resource needs (medical aid, shelter, food, rescue teams).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real-time coordination dashboard for tracking incidents, dispatching teams, and matching victims to nearby available resources.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the platform is scalable and adaptable across disaster types such as floods, earthquakes, and fires.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4012633"/>
              </p:ext>
            </p:extLst>
          </p:nvPr>
        </p:nvGraphicFramePr>
        <p:xfrm>
          <a:off x="274646" y="689466"/>
          <a:ext cx="11642705" cy="471607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b="1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Selvanayaki et al. [2024]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Machine Learning Algorithms for Natural Disaster Management, Internet of Things and AI for Natural Disaster Management and Prediction,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Comparative survey of ML algorithms (SVM, Random Forest, CNN) applied to disaster event classification and prediction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ML-based models improve accuracy of hazard detection and early-warning generation across flood, earthquake and cyclone scenarios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Needs large annotated datasets and has limited validation in live, real-time field deployments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b="1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Ghaffarian, Taghikhah &amp; Maier [2023]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Explainable Artificial Intelligence in Disaster Risk Management, International Journal of Disaster Risk Reduction,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 of explainable AI (XAI) techniques layered on top of predictive disaster-risk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Explainability increases responder trust and adoption of AI recommendations during emergencies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Trade-off between model interpretability and predictive accuracy remains an open problem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0005809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b="1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Systematic Review, GIScience &amp; Remote Sensing [2025]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AI and Machine Learning-powered GIS for Proactive Disaster Resilience,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Systematic review of 71 studies (2012-2024) integrating AI/ML with GIS for hazard mapping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Combined AI+GIS approaches improve spatial risk prediction and resource-allocation decisions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Geospatial data quality and bias limit cross-region generalizability of the models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3598353"/>
                  </a:ext>
                </a:extLst>
              </a:tr>
            </a:tbl>
          </a:graphicData>
        </a:graphic>
      </p:graphicFrame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704399D-42EB-45BD-D43F-A5AE14D447C0}"/>
              </a:ext>
            </a:extLst>
          </p:cNvPr>
          <p:cNvSpPr/>
          <p:nvPr/>
        </p:nvSpPr>
        <p:spPr>
          <a:xfrm>
            <a:off x="3773960" y="28819"/>
            <a:ext cx="4105120" cy="593732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1B73B0-000A-32FB-5643-CD5676D4A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1E0BD-2CF1-90B0-91FF-80A63764D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6</a:t>
            </a:fld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D00B50F-4223-2213-E4CD-57D228BCA0B6}"/>
              </a:ext>
            </a:extLst>
          </p:cNvPr>
          <p:cNvSpPr/>
          <p:nvPr/>
        </p:nvSpPr>
        <p:spPr>
          <a:xfrm>
            <a:off x="3352320" y="268328"/>
            <a:ext cx="5258280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Problem Gap Identification</a:t>
            </a:r>
          </a:p>
        </p:txBody>
      </p:sp>
      <p:sp>
        <p:nvSpPr>
          <p:cNvPr id="20" name="Content Placeholder"/>
          <p:cNvSpPr txBox="1"/>
          <p:nvPr/>
        </p:nvSpPr>
        <p:spPr>
          <a:xfrm>
            <a:off x="685800" y="1150000"/>
            <a:ext cx="10820400" cy="51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systems analyze a single data source (only satellite imagery or only social media) rather than fusing multiple sources together.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 work focuses mainly on hazard detection and prediction, while coordination and resource-allocation logistics remain under-explored.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 solutions are validated for low-latency, real-time use in the field-deployable conditions responders actually work 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use of explainable AI means responders often cannot see why a recommendation was made, which reduces trust and adoption.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integrated victim-to-resource matching mechanism exists to optimize how rescue teams and supplies are allocated during an unfolding disaster.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64A259-1A89-35BF-04C0-AB6DECF4E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5C214-DB26-4476-F790-7E558BB67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7</a:t>
            </a:fld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6FE5EF9-EC7B-4BF5-92FE-E68EC6C8C5B2}"/>
              </a:ext>
            </a:extLst>
          </p:cNvPr>
          <p:cNvSpPr/>
          <p:nvPr/>
        </p:nvSpPr>
        <p:spPr>
          <a:xfrm>
            <a:off x="2682240" y="136525"/>
            <a:ext cx="6303999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Innovation, Creativity, and Novelty</a:t>
            </a:r>
          </a:p>
        </p:txBody>
      </p:sp>
      <p:sp>
        <p:nvSpPr>
          <p:cNvPr id="20" name="Content Placeholder"/>
          <p:cNvSpPr txBox="1"/>
          <p:nvPr/>
        </p:nvSpPr>
        <p:spPr>
          <a:xfrm>
            <a:off x="685800" y="1150000"/>
            <a:ext cx="10820400" cy="51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Multi-source data fusion: combines satellite imagery, IoT sensor data, and social media using NLP and computer vision for a unified situational view.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dynamic resource allocation and rescue-team routing engine that adapts as the situation evolves on the ground.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explainable decision layer that shows responders the reasoning behind each recommendation, building trust in the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single real-time coordination dashboard that connects government agencies, NGOs, volunteers, and citizens on one platform.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scalable, microservices-based architecture designed to support multiple disaster types such as floods, earthquakes, and fires.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685800" y="1050000"/>
            <a:ext cx="10820400" cy="62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is technically and financially feasible using open-source AI/ML libraries, publicly available disaster datasets, and cloud infrastructure. It is planned across six phases over a 12-week timeline: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7EC70D-1363-E80E-D957-B7196CB13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1C404-5E3A-5943-D47B-EDA9706D2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8</a:t>
            </a:fld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DA611A3-C40B-C4D0-FC5B-A6E3CFDFC96B}"/>
              </a:ext>
            </a:extLst>
          </p:cNvPr>
          <p:cNvSpPr/>
          <p:nvPr/>
        </p:nvSpPr>
        <p:spPr>
          <a:xfrm>
            <a:off x="2682240" y="136525"/>
            <a:ext cx="6303999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and Project Plan</a:t>
            </a:r>
          </a:p>
        </p:txBody>
      </p:sp>
      <p:sp>
        <p:nvSpPr>
          <p:cNvPr id="30" name="Timeline Content"/>
          <p:cNvSpPr txBox="1"/>
          <p:nvPr/>
        </p:nvSpPr>
        <p:spPr>
          <a:xfrm>
            <a:off x="685800" y="1750000"/>
            <a:ext cx="10820400" cy="45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 (Weeks 1-2) — Requirement analysis and literature survey.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 (Weeks 3-4) — System design and architecture planning.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3 (Weeks 5-6) — Data collection and preprocessing (satellite, social media, sensor feeds).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4 (Weeks 7-9) — Development of NLP, computer-vision, and coordination-engine modules.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5 (Weeks 10-11) — System integration and testing.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6 (Week 12) — Deployment, evaluation, and final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863</Words>
  <Application>Microsoft Office PowerPoint</Application>
  <PresentationFormat>Widescreen</PresentationFormat>
  <Paragraphs>106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A ANIL</cp:lastModifiedBy>
  <cp:revision>37</cp:revision>
  <dcterms:created xsi:type="dcterms:W3CDTF">2026-08-08T06:33:56Z</dcterms:created>
  <dcterms:modified xsi:type="dcterms:W3CDTF">2026-08-29T04:51:23Z</dcterms:modified>
</cp:coreProperties>
</file>